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6DD13-C3A5-463E-B1F2-5A8C692E9591}" v="2" dt="2025-12-11T00:47:56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2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uhi yamamoto" userId="ae5ecbee6f93ba90" providerId="LiveId" clId="{3BAE1DB1-07E3-4599-851F-CD3F7E8753CC}"/>
    <pc:docChg chg="modSld sldOrd">
      <pc:chgData name="Haruhi yamamoto" userId="ae5ecbee6f93ba90" providerId="LiveId" clId="{3BAE1DB1-07E3-4599-851F-CD3F7E8753CC}" dt="2025-12-11T01:38:24.607" v="869"/>
      <pc:docMkLst>
        <pc:docMk/>
      </pc:docMkLst>
      <pc:sldChg chg="modSp mod">
        <pc:chgData name="Haruhi yamamoto" userId="ae5ecbee6f93ba90" providerId="LiveId" clId="{3BAE1DB1-07E3-4599-851F-CD3F7E8753CC}" dt="2025-12-11T01:28:42.513" v="810" actId="20577"/>
        <pc:sldMkLst>
          <pc:docMk/>
          <pc:sldMk cId="2917449847" sldId="257"/>
        </pc:sldMkLst>
        <pc:spChg chg="mod">
          <ac:chgData name="Haruhi yamamoto" userId="ae5ecbee6f93ba90" providerId="LiveId" clId="{3BAE1DB1-07E3-4599-851F-CD3F7E8753CC}" dt="2025-12-11T01:15:23.467" v="524" actId="20577"/>
          <ac:spMkLst>
            <pc:docMk/>
            <pc:sldMk cId="2917449847" sldId="257"/>
            <ac:spMk id="2" creationId="{D54A2FD7-FF91-6B0C-063C-735834F8C956}"/>
          </ac:spMkLst>
        </pc:spChg>
        <pc:spChg chg="mod">
          <ac:chgData name="Haruhi yamamoto" userId="ae5ecbee6f93ba90" providerId="LiveId" clId="{3BAE1DB1-07E3-4599-851F-CD3F7E8753CC}" dt="2025-12-11T01:28:42.513" v="810" actId="20577"/>
          <ac:spMkLst>
            <pc:docMk/>
            <pc:sldMk cId="2917449847" sldId="257"/>
            <ac:spMk id="3" creationId="{2748A695-9B84-F004-E21F-7B04F7E45EE9}"/>
          </ac:spMkLst>
        </pc:spChg>
      </pc:sldChg>
      <pc:sldChg chg="modSp mod">
        <pc:chgData name="Haruhi yamamoto" userId="ae5ecbee6f93ba90" providerId="LiveId" clId="{3BAE1DB1-07E3-4599-851F-CD3F7E8753CC}" dt="2025-12-11T01:31:09.897" v="865" actId="20577"/>
        <pc:sldMkLst>
          <pc:docMk/>
          <pc:sldMk cId="3681055843" sldId="258"/>
        </pc:sldMkLst>
        <pc:spChg chg="mod">
          <ac:chgData name="Haruhi yamamoto" userId="ae5ecbee6f93ba90" providerId="LiveId" clId="{3BAE1DB1-07E3-4599-851F-CD3F7E8753CC}" dt="2025-12-11T00:49:56.494" v="70" actId="20577"/>
          <ac:spMkLst>
            <pc:docMk/>
            <pc:sldMk cId="3681055843" sldId="258"/>
            <ac:spMk id="2" creationId="{15AC1229-6B6B-DC76-E55C-27B6EB927556}"/>
          </ac:spMkLst>
        </pc:spChg>
        <pc:spChg chg="mod">
          <ac:chgData name="Haruhi yamamoto" userId="ae5ecbee6f93ba90" providerId="LiveId" clId="{3BAE1DB1-07E3-4599-851F-CD3F7E8753CC}" dt="2025-12-11T01:31:09.897" v="865" actId="20577"/>
          <ac:spMkLst>
            <pc:docMk/>
            <pc:sldMk cId="3681055843" sldId="258"/>
            <ac:spMk id="3" creationId="{5B2B5889-BFC6-75D1-14B1-298AE40910AE}"/>
          </ac:spMkLst>
        </pc:spChg>
      </pc:sldChg>
      <pc:sldChg chg="modSp mod">
        <pc:chgData name="Haruhi yamamoto" userId="ae5ecbee6f93ba90" providerId="LiveId" clId="{3BAE1DB1-07E3-4599-851F-CD3F7E8753CC}" dt="2025-12-11T01:29:30.847" v="857" actId="20577"/>
        <pc:sldMkLst>
          <pc:docMk/>
          <pc:sldMk cId="3984442626" sldId="259"/>
        </pc:sldMkLst>
        <pc:spChg chg="mod">
          <ac:chgData name="Haruhi yamamoto" userId="ae5ecbee6f93ba90" providerId="LiveId" clId="{3BAE1DB1-07E3-4599-851F-CD3F7E8753CC}" dt="2025-12-11T01:29:30.847" v="857" actId="20577"/>
          <ac:spMkLst>
            <pc:docMk/>
            <pc:sldMk cId="3984442626" sldId="259"/>
            <ac:spMk id="5" creationId="{100AC1DB-A266-E959-F778-A25585F8B2CC}"/>
          </ac:spMkLst>
        </pc:spChg>
      </pc:sldChg>
      <pc:sldChg chg="addSp delSp modSp mod ord">
        <pc:chgData name="Haruhi yamamoto" userId="ae5ecbee6f93ba90" providerId="LiveId" clId="{3BAE1DB1-07E3-4599-851F-CD3F7E8753CC}" dt="2025-12-11T01:38:24.607" v="869"/>
        <pc:sldMkLst>
          <pc:docMk/>
          <pc:sldMk cId="4273612193" sldId="260"/>
        </pc:sldMkLst>
        <pc:spChg chg="add del mod">
          <ac:chgData name="Haruhi yamamoto" userId="ae5ecbee6f93ba90" providerId="LiveId" clId="{3BAE1DB1-07E3-4599-851F-CD3F7E8753CC}" dt="2025-12-11T00:48:48.610" v="65"/>
          <ac:spMkLst>
            <pc:docMk/>
            <pc:sldMk cId="4273612193" sldId="260"/>
            <ac:spMk id="2" creationId="{DC2646F1-A61C-A305-3DAC-5560ED1F0E00}"/>
          </ac:spMkLst>
        </pc:spChg>
        <pc:spChg chg="mod">
          <ac:chgData name="Haruhi yamamoto" userId="ae5ecbee6f93ba90" providerId="LiveId" clId="{3BAE1DB1-07E3-4599-851F-CD3F7E8753CC}" dt="2025-12-11T01:23:09.563" v="735" actId="20577"/>
          <ac:spMkLst>
            <pc:docMk/>
            <pc:sldMk cId="4273612193" sldId="260"/>
            <ac:spMk id="3" creationId="{FE56BD4D-233A-11F5-2DE1-3CB17DADEAE7}"/>
          </ac:spMkLst>
        </pc:spChg>
        <pc:spChg chg="add mod">
          <ac:chgData name="Haruhi yamamoto" userId="ae5ecbee6f93ba90" providerId="LiveId" clId="{3BAE1DB1-07E3-4599-851F-CD3F7E8753CC}" dt="2025-12-11T00:48:29.933" v="63" actId="255"/>
          <ac:spMkLst>
            <pc:docMk/>
            <pc:sldMk cId="4273612193" sldId="260"/>
            <ac:spMk id="4" creationId="{EF058333-CC92-458C-1CB3-CF55D73849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0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7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1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7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7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5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74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4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88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 cap="none" spc="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8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8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8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8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8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03E8C-687A-B109-496F-2BF6253A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5" t="31820" r="4290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ja-JP" altLang="en-US" sz="3600">
                <a:ea typeface="Yu Mincho Demibold"/>
              </a:rPr>
              <a:t>フレーズ管理WEBアプリ</a:t>
            </a:r>
            <a:endParaRPr kumimoji="1" lang="ja-JP" altLang="en-US" sz="360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 lnSpcReduction="10000"/>
          </a:bodyPr>
          <a:lstStyle/>
          <a:p>
            <a:pPr algn="r"/>
            <a:r>
              <a:rPr lang="ja-JP" altLang="en-US" sz="1800">
                <a:ea typeface="Yu Gothic Medium"/>
              </a:rPr>
              <a:t>E24C1037</a:t>
            </a:r>
          </a:p>
          <a:p>
            <a:pPr algn="r"/>
            <a:r>
              <a:rPr lang="ja-JP" altLang="en-US" sz="1800">
                <a:ea typeface="Yu Gothic Medium"/>
              </a:rPr>
              <a:t>山本　暖人</a:t>
            </a:r>
            <a:endParaRPr lang="ja-JP" altLang="en-US" sz="1800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2FD7-FF91-6B0C-063C-735834F8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ea typeface="Yu Mincho Demibold"/>
              </a:rPr>
              <a:t>作品概要</a:t>
            </a:r>
            <a:endParaRPr kumimoji="1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A695-9B84-F004-E21F-7B04F7E45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ja-JP" altLang="en-US" cap="all" dirty="0">
                <a:latin typeface="Aptos Light"/>
              </a:rPr>
              <a:t>　　・コピー履歴を記録・保存</a:t>
            </a:r>
            <a:r>
              <a:rPr lang="ja-JP" altLang="en-US" dirty="0">
                <a:latin typeface="Univers Condensed"/>
              </a:rPr>
              <a:t> 　</a:t>
            </a:r>
            <a:endParaRPr lang="en-US" altLang="ja-JP" dirty="0">
              <a:latin typeface="Yu Gothic Medium"/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latin typeface="Univers Condensed"/>
              </a:rPr>
              <a:t>　　・よく使う文章を再コピーで</a:t>
            </a:r>
            <a:r>
              <a:rPr lang="ja-JP" altLang="en-US" cap="all" dirty="0">
                <a:latin typeface="Aptos Light"/>
              </a:rPr>
              <a:t>きる</a:t>
            </a:r>
            <a:endParaRPr lang="en-US" altLang="ja-JP" dirty="0">
              <a:latin typeface="Yu Gothic Medium"/>
              <a:ea typeface="Yu Gothic Medium"/>
            </a:endParaRPr>
          </a:p>
          <a:p>
            <a:pPr marL="0" indent="0">
              <a:buNone/>
            </a:pPr>
            <a:r>
              <a:rPr lang="ja-JP" altLang="en-US" cap="all" dirty="0">
                <a:latin typeface="Aptos Light"/>
              </a:rPr>
              <a:t>​　　・メアド・パスワードなどをすぐにコピー</a:t>
            </a:r>
            <a:br>
              <a:rPr lang="ja-JP" altLang="en-US" cap="all" dirty="0">
                <a:latin typeface="Aptos Light"/>
              </a:rPr>
            </a:br>
            <a:r>
              <a:rPr lang="ja-JP" altLang="en-US" cap="all" dirty="0">
                <a:latin typeface="Aptos Light"/>
              </a:rPr>
              <a:t>　　・過去のコピー履歴を一覧表示</a:t>
            </a:r>
            <a:r>
              <a:rPr lang="ja-JP" altLang="en-US" dirty="0">
                <a:latin typeface="Univers Condensed"/>
              </a:rPr>
              <a:t> </a:t>
            </a:r>
            <a:endParaRPr lang="en-US" altLang="ja-JP" dirty="0">
              <a:latin typeface="Univers Condensed"/>
            </a:endParaRPr>
          </a:p>
          <a:p>
            <a:pPr marL="0" indent="0">
              <a:buNone/>
            </a:pPr>
            <a:r>
              <a:rPr lang="ja-JP" altLang="en-US" sz="3200" dirty="0">
                <a:latin typeface="Univers Condensed"/>
              </a:rPr>
              <a:t>・</a:t>
            </a:r>
            <a:r>
              <a:rPr lang="ja-JP" altLang="en-US" sz="2400" dirty="0">
                <a:latin typeface="Univers Condensed"/>
              </a:rPr>
              <a:t>動作環境</a:t>
            </a:r>
            <a:endParaRPr lang="en-US" altLang="ja-JP" sz="2400" dirty="0">
              <a:latin typeface="Univers Condensed"/>
            </a:endParaRPr>
          </a:p>
          <a:p>
            <a:pPr marL="0" indent="0">
              <a:buNone/>
            </a:pPr>
            <a:r>
              <a:rPr lang="en-US" altLang="ja-JP" sz="2400" dirty="0">
                <a:latin typeface="Univers Condensed"/>
              </a:rPr>
              <a:t>         - Windows</a:t>
            </a:r>
            <a:br>
              <a:rPr lang="ja-JP" altLang="en-US" sz="3200" dirty="0">
                <a:latin typeface="Univers Condensed"/>
              </a:rPr>
            </a:br>
            <a:endParaRPr lang="en-US" altLang="ja-JP" dirty="0">
              <a:latin typeface="Yu Gothic Medium"/>
              <a:ea typeface="Yu Gothic Medium"/>
            </a:endParaRPr>
          </a:p>
          <a:p>
            <a:endParaRPr lang="ja-JP" altLang="en-US" sz="3200" dirty="0">
              <a:latin typeface="Univers Condensed"/>
            </a:endParaRPr>
          </a:p>
          <a:p>
            <a:pPr marL="0" indent="0">
              <a:buNone/>
            </a:pPr>
            <a:endParaRPr lang="ja-JP" altLang="en-US" sz="32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91744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1229-6B6B-DC76-E55C-27B6EB92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技術</a:t>
            </a:r>
            <a:endParaRPr kumimoji="1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5889-BFC6-75D1-14B1-298AE4091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689556"/>
            <a:ext cx="10691265" cy="3739896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 dirty="0">
                <a:ea typeface="Yu Gothic Medium"/>
              </a:rPr>
              <a:t>・</a:t>
            </a:r>
            <a:r>
              <a:rPr lang="ja-JP" altLang="en-US" dirty="0">
                <a:ea typeface="Yu Gothic Medium"/>
              </a:rPr>
              <a:t>サーバー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ea typeface="Yu Gothic Medium"/>
              </a:rPr>
              <a:t>　　-必要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ea typeface="Yu Gothic Medium"/>
              </a:rPr>
              <a:t>・必要な技術</a:t>
            </a:r>
            <a:endParaRPr lang="ja-JP" altLang="en-US" dirty="0"/>
          </a:p>
          <a:p>
            <a:pPr marL="0" indent="0">
              <a:buNone/>
            </a:pPr>
            <a:r>
              <a:rPr lang="en-US" altLang="ja-JP" dirty="0"/>
              <a:t>      -HTML </a:t>
            </a:r>
          </a:p>
          <a:p>
            <a:pPr marL="0" indent="0">
              <a:buNone/>
            </a:pPr>
            <a:r>
              <a:rPr lang="en-US" altLang="ja-JP" dirty="0"/>
              <a:t>      -CSS</a:t>
            </a:r>
          </a:p>
          <a:p>
            <a:pPr marL="0" indent="0">
              <a:buNone/>
            </a:pPr>
            <a:r>
              <a:rPr lang="en-US" altLang="ja-JP" dirty="0"/>
              <a:t>      -JS</a:t>
            </a:r>
          </a:p>
          <a:p>
            <a:pPr marL="0" indent="0">
              <a:buNone/>
            </a:pPr>
            <a:r>
              <a:rPr lang="en-US" altLang="ja-JP" dirty="0"/>
              <a:t>      -PHP</a:t>
            </a:r>
          </a:p>
          <a:p>
            <a:pPr marL="0" indent="0">
              <a:buNone/>
            </a:pPr>
            <a:r>
              <a:rPr lang="en-US" altLang="ja-JP" dirty="0"/>
              <a:t>     -MySQL</a:t>
            </a:r>
          </a:p>
          <a:p>
            <a:pPr marL="0" indent="0">
              <a:buNone/>
            </a:pPr>
            <a:endParaRPr lang="ja-JP" altLang="en-US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8105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F7BB-96BF-0C35-F1E5-E88DB94F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020" y="894861"/>
            <a:ext cx="8485047" cy="555361"/>
          </a:xfrm>
        </p:spPr>
        <p:txBody>
          <a:bodyPr/>
          <a:lstStyle/>
          <a:p>
            <a:r>
              <a:rPr lang="ja-JP" altLang="en-US" sz="4000" dirty="0">
                <a:ea typeface="Yu Mincho Demibold"/>
              </a:rPr>
              <a:t>計画</a:t>
            </a:r>
            <a:br>
              <a:rPr lang="ja-JP" altLang="en-US" sz="1600" dirty="0">
                <a:ea typeface="Yu Mincho Demibold"/>
              </a:rPr>
            </a:br>
            <a:endParaRPr kumimoji="1" lang="en-US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0AC1DB-A266-E959-F778-A25585F8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0267"/>
            <a:ext cx="10691265" cy="4251621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ja-JP" altLang="en-US" dirty="0">
                <a:ea typeface="Yu Gothic Medium"/>
              </a:rPr>
              <a:t>・事前学習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en-US" altLang="ja-JP" dirty="0">
                <a:ea typeface="Yu Gothic Medium"/>
              </a:rPr>
              <a:t>       </a:t>
            </a:r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PHP</a:t>
            </a:r>
            <a:r>
              <a:rPr lang="ja-JP" altLang="en-US" dirty="0"/>
              <a:t>を学ぶ</a:t>
            </a:r>
          </a:p>
          <a:p>
            <a:pPr marL="0" indent="0">
              <a:buNone/>
            </a:pPr>
            <a:r>
              <a:rPr lang="en-US" altLang="ja-JP" dirty="0"/>
              <a:t>       -</a:t>
            </a:r>
            <a:r>
              <a:rPr lang="ja-JP" altLang="en-US" dirty="0"/>
              <a:t> </a:t>
            </a:r>
            <a:r>
              <a:rPr lang="en-US" altLang="ja-JP" dirty="0"/>
              <a:t>MySQL</a:t>
            </a:r>
            <a:r>
              <a:rPr lang="ja-JP" altLang="en-US" dirty="0"/>
              <a:t>を学ぶ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       -JS</a:t>
            </a:r>
            <a:r>
              <a:rPr lang="ja-JP" altLang="en-US" dirty="0"/>
              <a:t>を学ぶ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・学び方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-</a:t>
            </a:r>
            <a:r>
              <a:rPr lang="ja-JP" altLang="en-US" dirty="0"/>
              <a:t>その言語の公式ドキュメントで学んでいきたい。分からない場合は動画教材や参考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書なので学んでいく。　　　　　　　　　　　　　　　　　　　　　　　　　　　　　　　　　　　</a:t>
            </a:r>
          </a:p>
          <a:p>
            <a:pPr marL="0" indent="0">
              <a:buNone/>
            </a:pPr>
            <a:endParaRPr lang="en-US" altLang="ja-JP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8444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BD4D-233A-11F5-2DE1-3CB17DAD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8414"/>
            <a:ext cx="10691265" cy="4193473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ja-JP" altLang="en-US" dirty="0">
                <a:ea typeface="Yu Gothic Medium"/>
              </a:rPr>
              <a:t>・進捗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ea typeface="Yu Gothic Medium"/>
              </a:rPr>
              <a:t>　　</a:t>
            </a:r>
            <a:r>
              <a:rPr lang="en-US" altLang="ja-JP" dirty="0">
                <a:ea typeface="Yu Gothic Medium"/>
              </a:rPr>
              <a:t>-PHP</a:t>
            </a:r>
            <a:r>
              <a:rPr lang="ja-JP" altLang="en-US" dirty="0">
                <a:ea typeface="Yu Gothic Medium"/>
              </a:rPr>
              <a:t>復習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ea typeface="Yu Gothic Medium"/>
              </a:rPr>
              <a:t>　 </a:t>
            </a:r>
            <a:r>
              <a:rPr lang="en-US" altLang="ja-JP" dirty="0">
                <a:ea typeface="Yu Gothic Medium"/>
              </a:rPr>
              <a:t>  -MySQL</a:t>
            </a:r>
            <a:r>
              <a:rPr lang="ja-JP" altLang="en-US" dirty="0">
                <a:ea typeface="Yu Gothic Medium"/>
              </a:rPr>
              <a:t>の基本を学んだ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ea typeface="Yu Gothic Medium"/>
              </a:rPr>
              <a:t>・遅れの理由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en-US" altLang="ja-JP" dirty="0">
                <a:ea typeface="Yu Gothic Medium"/>
              </a:rPr>
              <a:t>      -PHP</a:t>
            </a:r>
            <a:r>
              <a:rPr lang="ja-JP" altLang="en-US" dirty="0">
                <a:ea typeface="Yu Gothic Medium"/>
              </a:rPr>
              <a:t>と</a:t>
            </a:r>
            <a:r>
              <a:rPr lang="en-US" altLang="ja-JP" dirty="0">
                <a:ea typeface="Yu Gothic Medium"/>
              </a:rPr>
              <a:t>MySQL</a:t>
            </a:r>
            <a:r>
              <a:rPr lang="ja-JP" altLang="en-US" dirty="0">
                <a:ea typeface="Yu Gothic Medium"/>
              </a:rPr>
              <a:t>の同時進行がよくない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ea typeface="Yu Gothic Medium"/>
              </a:rPr>
              <a:t>      </a:t>
            </a:r>
            <a:r>
              <a:rPr lang="en-US" altLang="ja-JP" dirty="0">
                <a:ea typeface="Yu Gothic Medium"/>
              </a:rPr>
              <a:t>-</a:t>
            </a:r>
            <a:r>
              <a:rPr lang="ja-JP" altLang="en-US" dirty="0">
                <a:ea typeface="Yu Gothic Medium"/>
              </a:rPr>
              <a:t>バイト入れすぎた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ja-JP" altLang="en-US" dirty="0">
                <a:ea typeface="Yu Gothic Medium"/>
              </a:rPr>
              <a:t>・進め方の改善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en-US" altLang="ja-JP" dirty="0">
                <a:ea typeface="Yu Gothic Medium"/>
              </a:rPr>
              <a:t>       -</a:t>
            </a:r>
            <a:r>
              <a:rPr lang="ja-JP" altLang="en-US" dirty="0">
                <a:ea typeface="Yu Gothic Medium"/>
              </a:rPr>
              <a:t>同時進行をやめる</a:t>
            </a:r>
            <a:endParaRPr lang="en-US" altLang="ja-JP" dirty="0">
              <a:ea typeface="Yu Gothic Medium"/>
            </a:endParaRPr>
          </a:p>
          <a:p>
            <a:pPr marL="0" indent="0">
              <a:buNone/>
            </a:pPr>
            <a:r>
              <a:rPr lang="en-US" altLang="ja-JP" dirty="0">
                <a:ea typeface="Yu Gothic Medium"/>
              </a:rPr>
              <a:t>       -</a:t>
            </a:r>
            <a:r>
              <a:rPr lang="ja-JP" altLang="en-US" dirty="0">
                <a:ea typeface="Yu Gothic Medium"/>
              </a:rPr>
              <a:t>バイトほどほどにする</a:t>
            </a:r>
            <a:endParaRPr lang="en-US" altLang="ja-JP" dirty="0">
              <a:ea typeface="Yu Gothic Medium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058333-CC92-458C-1CB3-CF55D7384919}"/>
              </a:ext>
            </a:extLst>
          </p:cNvPr>
          <p:cNvSpPr txBox="1"/>
          <p:nvPr/>
        </p:nvSpPr>
        <p:spPr>
          <a:xfrm>
            <a:off x="948905" y="864280"/>
            <a:ext cx="10325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振り返り</a:t>
            </a:r>
          </a:p>
        </p:txBody>
      </p:sp>
    </p:spTree>
    <p:extLst>
      <p:ext uri="{BB962C8B-B14F-4D97-AF65-F5344CB8AC3E}">
        <p14:creationId xmlns:p14="http://schemas.microsoft.com/office/powerpoint/2010/main" val="427361219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Yu Mincho Demibold"/>
        <a:ea typeface=""/>
        <a:cs typeface=""/>
      </a:majorFont>
      <a:minorFont>
        <a:latin typeface="Yu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173</Words>
  <Application>Microsoft Office PowerPoint</Application>
  <PresentationFormat>ワイド画面</PresentationFormat>
  <Paragraphs>36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Yu Gothic Medium</vt:lpstr>
      <vt:lpstr>Yu Mincho Demibold</vt:lpstr>
      <vt:lpstr>Aptos Light</vt:lpstr>
      <vt:lpstr>Arial</vt:lpstr>
      <vt:lpstr>Calisto MT</vt:lpstr>
      <vt:lpstr>Univers Condensed</vt:lpstr>
      <vt:lpstr>ChronicleVTI</vt:lpstr>
      <vt:lpstr>フレーズ管理WEBアプリ</vt:lpstr>
      <vt:lpstr>作品概要</vt:lpstr>
      <vt:lpstr>技術</vt:lpstr>
      <vt:lpstr>計画 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Haruhi yamamoto</dc:creator>
  <cp:lastModifiedBy>Haruhi yamamoto</cp:lastModifiedBy>
  <cp:revision>134</cp:revision>
  <dcterms:created xsi:type="dcterms:W3CDTF">2025-10-30T05:18:49Z</dcterms:created>
  <dcterms:modified xsi:type="dcterms:W3CDTF">2025-12-11T01:38:31Z</dcterms:modified>
</cp:coreProperties>
</file>