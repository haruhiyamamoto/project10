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7ABC9-0F68-076D-E695-ACD7DD0706B5}" v="444" dt="2025-10-30T05:58:59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0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7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13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77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70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53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20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57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74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4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88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400" kern="1200" cap="none" spc="1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8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8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8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8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8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B03E8C-687A-B109-496F-2BF6253AC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5" t="31820" r="4290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ja-JP" altLang="en-US" sz="3600">
                <a:ea typeface="Yu Mincho Demibold"/>
              </a:rPr>
              <a:t>コピー履歴管理WEBアプリ</a:t>
            </a:r>
            <a:endParaRPr kumimoji="1" lang="ja-JP" altLang="en-US" sz="360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anchor="ctr">
            <a:normAutofit lnSpcReduction="10000"/>
          </a:bodyPr>
          <a:lstStyle/>
          <a:p>
            <a:pPr algn="r"/>
            <a:r>
              <a:rPr lang="ja-JP" altLang="en-US" sz="1800">
                <a:ea typeface="Yu Gothic Medium"/>
              </a:rPr>
              <a:t>E24C1037</a:t>
            </a:r>
          </a:p>
          <a:p>
            <a:pPr algn="r"/>
            <a:r>
              <a:rPr lang="ja-JP" altLang="en-US" sz="1800">
                <a:ea typeface="Yu Gothic Medium"/>
              </a:rPr>
              <a:t>山本　暖人</a:t>
            </a:r>
            <a:endParaRPr lang="ja-JP" altLang="en-US" sz="1800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A2FD7-FF91-6B0C-063C-735834F8C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Yu Mincho Demibold"/>
              </a:rPr>
              <a:t>やりたいこと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8A695-9B84-F004-E21F-7B04F7E45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ja-JP" altLang="en-US" sz="3200" cap="all">
                <a:latin typeface="Aptos Light"/>
              </a:rPr>
              <a:t>・コピー履歴を記録・保存</a:t>
            </a:r>
            <a:r>
              <a:rPr lang="ja-JP" altLang="en-US" sz="3200" dirty="0">
                <a:latin typeface="Univers Condensed"/>
              </a:rPr>
              <a:t> 　</a:t>
            </a:r>
            <a:endParaRPr lang="en-US" altLang="ja-JP" dirty="0">
              <a:latin typeface="Yu Gothic Medium"/>
              <a:ea typeface="Yu Gothic Medium"/>
            </a:endParaRPr>
          </a:p>
          <a:p>
            <a:pPr marL="0" indent="0">
              <a:buNone/>
            </a:pPr>
            <a:r>
              <a:rPr lang="ja-JP" altLang="en-US" sz="3200">
                <a:latin typeface="Univers Condensed"/>
              </a:rPr>
              <a:t>・よく使う文章を再コピーで</a:t>
            </a:r>
            <a:r>
              <a:rPr lang="ja-JP" altLang="en-US" sz="3200" cap="all">
                <a:latin typeface="Aptos Light"/>
              </a:rPr>
              <a:t>きる</a:t>
            </a:r>
            <a:endParaRPr lang="en-US" altLang="ja-JP">
              <a:latin typeface="Yu Gothic Medium"/>
              <a:ea typeface="Yu Gothic Medium"/>
            </a:endParaRPr>
          </a:p>
          <a:p>
            <a:pPr marL="0" indent="0">
              <a:buNone/>
            </a:pPr>
            <a:r>
              <a:rPr lang="ja-JP" altLang="en-US" sz="3200" cap="all">
                <a:latin typeface="Aptos Light"/>
              </a:rPr>
              <a:t>​・メアド・パスワードなどをすぐにコピー</a:t>
            </a:r>
            <a:br>
              <a:rPr lang="ja-JP" altLang="en-US" sz="3200" cap="all" dirty="0">
                <a:latin typeface="Aptos Light"/>
              </a:rPr>
            </a:br>
            <a:r>
              <a:rPr lang="ja-JP" altLang="en-US" sz="3200" cap="all">
                <a:latin typeface="Aptos Light"/>
              </a:rPr>
              <a:t>・過去のコピー履歴を一覧表示</a:t>
            </a:r>
            <a:r>
              <a:rPr lang="ja-JP" altLang="en-US" sz="3200">
                <a:latin typeface="Univers Condensed"/>
              </a:rPr>
              <a:t> </a:t>
            </a:r>
            <a:br>
              <a:rPr lang="ja-JP" altLang="en-US" sz="3200" dirty="0">
                <a:latin typeface="Univers Condensed"/>
              </a:rPr>
            </a:br>
            <a:r>
              <a:rPr lang="ja-JP" altLang="en-US" sz="3200">
                <a:latin typeface="Univers Condensed"/>
              </a:rPr>
              <a:t>・</a:t>
            </a:r>
            <a:r>
              <a:rPr lang="en-US" altLang="ja-JP" sz="3200" dirty="0">
                <a:latin typeface="Univers Condensed"/>
              </a:rPr>
              <a:t>WEB</a:t>
            </a:r>
            <a:r>
              <a:rPr lang="ja-JP" altLang="en-US" sz="3200">
                <a:latin typeface="Univers Condensed"/>
              </a:rPr>
              <a:t>アプリの一通りの流れ作り学びたい</a:t>
            </a:r>
            <a:endParaRPr lang="en-US" altLang="ja-JP">
              <a:latin typeface="Yu Gothic Medium"/>
              <a:ea typeface="Yu Gothic Medium"/>
            </a:endParaRPr>
          </a:p>
          <a:p>
            <a:endParaRPr lang="ja-JP" altLang="en-US" sz="3200" dirty="0">
              <a:latin typeface="Univers Condensed"/>
            </a:endParaRPr>
          </a:p>
          <a:p>
            <a:pPr marL="0" indent="0">
              <a:buNone/>
            </a:pPr>
            <a:endParaRPr lang="ja-JP" altLang="en-US" sz="3200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917449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1229-6B6B-DC76-E55C-27B6EB927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Yu Mincho Demibold"/>
              </a:rPr>
              <a:t>技術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B5889-BFC6-75D1-14B1-298AE4091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en-US" dirty="0">
                <a:ea typeface="Yu Gothic Medium"/>
              </a:rPr>
              <a:t>・</a:t>
            </a:r>
            <a:r>
              <a:rPr lang="ja-JP" altLang="en-US">
                <a:ea typeface="Yu Gothic Medium"/>
              </a:rPr>
              <a:t>サーバー</a:t>
            </a:r>
            <a:endParaRPr lang="en-US" altLang="ja-JP">
              <a:ea typeface="Yu Gothic Medium"/>
            </a:endParaRP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　　-必要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・必要技術</a:t>
            </a:r>
            <a:endParaRPr lang="ja-JP" altLang="en-US" dirty="0">
              <a:ea typeface="Yu Gothic Medium"/>
            </a:endParaRP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　　- HTML・CSS・JavaScript（要復習）・ＰＨＰ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・動作環境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       - webブラウザなど</a:t>
            </a:r>
            <a:endParaRPr lang="ja-JP" altLang="en-US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8105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F7BB-96BF-0C35-F1E5-E88DB94F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020" y="894862"/>
            <a:ext cx="3852803" cy="516286"/>
          </a:xfrm>
        </p:spPr>
        <p:txBody>
          <a:bodyPr/>
          <a:lstStyle/>
          <a:p>
            <a:r>
              <a:rPr lang="ja-JP" altLang="en-US" sz="1800">
                <a:ea typeface="Yu Mincho Demibold"/>
              </a:rPr>
              <a:t>｜コピー履歴管理WEBアプリ|</a:t>
            </a:r>
            <a:br>
              <a:rPr lang="ja-JP" altLang="en-US" sz="1600" dirty="0">
                <a:ea typeface="Yu Mincho Demibold"/>
              </a:rPr>
            </a:br>
            <a:endParaRPr kumimoji="1" lang="en-US" sz="16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0AC1DB-A266-E959-F778-A25585F8B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450223"/>
            <a:ext cx="10691265" cy="4511665"/>
          </a:xfrm>
        </p:spPr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en-US">
                <a:ea typeface="Yu Gothic Medium"/>
              </a:rPr>
              <a:t> ----------------------------------</a:t>
            </a:r>
          </a:p>
          <a:p>
            <a:pPr marL="0" indent="0">
              <a:buNone/>
            </a:pPr>
            <a:r>
              <a:rPr lang="en-US" dirty="0">
                <a:ea typeface="Yu Gothic Medium"/>
              </a:rPr>
              <a:t>[</a:t>
            </a:r>
            <a:r>
              <a:rPr lang="ja-JP" altLang="en-US">
                <a:ea typeface="Yu Gothic Medium"/>
              </a:rPr>
              <a:t>テキスト入力</a:t>
            </a:r>
            <a:r>
              <a:rPr lang="en-US" dirty="0">
                <a:ea typeface="Yu Gothic Medium"/>
              </a:rPr>
              <a:t>]</a:t>
            </a:r>
          </a:p>
          <a:p>
            <a:pPr marL="0" indent="0">
              <a:buNone/>
            </a:pPr>
            <a:r>
              <a:rPr lang="en-US" dirty="0">
                <a:ea typeface="Yu Gothic Medium"/>
              </a:rPr>
              <a:t>___________________</a:t>
            </a:r>
          </a:p>
          <a:p>
            <a:pPr marL="0" indent="0">
              <a:buNone/>
            </a:pPr>
            <a:r>
              <a:rPr lang="en-US" dirty="0">
                <a:ea typeface="Yu Gothic Medium"/>
              </a:rPr>
              <a:t>[</a:t>
            </a:r>
            <a:r>
              <a:rPr lang="ja-JP" altLang="en-US">
                <a:ea typeface="Yu Gothic Medium"/>
              </a:rPr>
              <a:t>コピーしたい文章を入力…</a:t>
            </a:r>
            <a:r>
              <a:rPr lang="en-US" dirty="0">
                <a:ea typeface="Yu Gothic Medium"/>
              </a:rPr>
              <a:t>]</a:t>
            </a:r>
          </a:p>
          <a:p>
            <a:pPr marL="0" indent="0">
              <a:buNone/>
            </a:pPr>
            <a:r>
              <a:rPr lang="en-US" dirty="0">
                <a:ea typeface="Yu Gothic Medium"/>
              </a:rPr>
              <a:t>[</a:t>
            </a:r>
            <a:r>
              <a:rPr lang="ja-JP" altLang="en-US">
                <a:ea typeface="Yu Gothic Medium"/>
              </a:rPr>
              <a:t>登録</a:t>
            </a:r>
            <a:r>
              <a:rPr lang="en-US" dirty="0">
                <a:ea typeface="Yu Gothic Medium"/>
              </a:rPr>
              <a:t>]　</a:t>
            </a:r>
            <a:r>
              <a:rPr lang="ja-JP" altLang="en-US">
                <a:ea typeface="Yu Gothic Medium"/>
              </a:rPr>
              <a:t>ボタン</a:t>
            </a:r>
            <a:endParaRPr lang="en-US" dirty="0">
              <a:ea typeface="Yu Gothic Medium"/>
            </a:endParaRPr>
          </a:p>
          <a:p>
            <a:pPr marL="0" indent="0">
              <a:buNone/>
            </a:pPr>
            <a:r>
              <a:rPr lang="en-US">
                <a:ea typeface="Yu Gothic Medium"/>
              </a:rPr>
              <a:t>_________________________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コピー履歴一覧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_________________________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・～　　　　　　　　　　　　[コピー]　[削除]</a:t>
            </a:r>
            <a:endParaRPr lang="ja-JP" altLang="en-US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8444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6BD4D-233A-11F5-2DE1-3CB17DADE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981300"/>
            <a:ext cx="10691265" cy="4980588"/>
          </a:xfrm>
        </p:spPr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en-US">
                <a:ea typeface="Yu Gothic Medium"/>
              </a:rPr>
              <a:t>・</a:t>
            </a:r>
            <a:r>
              <a:rPr lang="ja-JP" altLang="en-US">
                <a:ea typeface="Yu Gothic Medium"/>
              </a:rPr>
              <a:t>コピー履歴の保存</a:t>
            </a:r>
            <a:endParaRPr lang="en-US">
              <a:ea typeface="Yu Gothic Medium"/>
            </a:endParaRP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・一覧表示</a:t>
            </a:r>
            <a:endParaRPr lang="ja-JP" altLang="en-US" dirty="0">
              <a:ea typeface="Yu Gothic Medium"/>
            </a:endParaRP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・ワンクリック再コピー</a:t>
            </a:r>
            <a:endParaRPr lang="ja-JP" altLang="en-US" dirty="0">
              <a:ea typeface="Yu Gothic Medium"/>
            </a:endParaRP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・履歴の削除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・共有（したい</a:t>
            </a:r>
            <a:endParaRPr lang="ja-JP" altLang="en-US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7361219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Yu Mincho Demibold"/>
        <a:ea typeface=""/>
        <a:cs typeface=""/>
      </a:majorFont>
      <a:minorFont>
        <a:latin typeface="Yu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141</Words>
  <Application>Microsoft Office PowerPoint</Application>
  <PresentationFormat>ワイド画面</PresentationFormat>
  <Paragraphs>29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Yu Gothic Medium</vt:lpstr>
      <vt:lpstr>Yu Mincho Demibold</vt:lpstr>
      <vt:lpstr>Aptos Light</vt:lpstr>
      <vt:lpstr>Arial</vt:lpstr>
      <vt:lpstr>Calisto MT</vt:lpstr>
      <vt:lpstr>Univers Condensed</vt:lpstr>
      <vt:lpstr>ChronicleVTI</vt:lpstr>
      <vt:lpstr>コピー履歴管理WEBアプリ</vt:lpstr>
      <vt:lpstr>やりたいこと</vt:lpstr>
      <vt:lpstr>技術</vt:lpstr>
      <vt:lpstr>｜コピー履歴管理WEBアプリ| 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Haruhi yamamoto</dc:creator>
  <cp:lastModifiedBy>山本　暖人</cp:lastModifiedBy>
  <cp:revision>133</cp:revision>
  <dcterms:created xsi:type="dcterms:W3CDTF">2025-10-30T05:18:49Z</dcterms:created>
  <dcterms:modified xsi:type="dcterms:W3CDTF">2025-10-30T06:21:29Z</dcterms:modified>
</cp:coreProperties>
</file>